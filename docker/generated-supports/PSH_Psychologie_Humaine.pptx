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cd43e580e748f4" /><Relationship Type="http://schemas.openxmlformats.org/officeDocument/2006/relationships/extended-properties" Target="/docProps/app.xml" Id="R5ff89d9575ab49fd" /><Relationship Type="http://schemas.openxmlformats.org/officeDocument/2006/relationships/officeDocument" Target="/ppt/presentation.xml" Id="R7bae0aeb06a1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109450f1e1470c"/>
  </p:sldMasterIdLst>
  <p:notesMasterIdLst>
    <p:notesMasterId xmlns:r="http://schemas.openxmlformats.org/officeDocument/2006/relationships" r:id="Rfff3e492de9a4ed1"/>
  </p:notesMasterIdLst>
  <p:sldIdLst>
    <p:sldId xmlns:r="http://schemas.openxmlformats.org/officeDocument/2006/relationships" id="256" r:id="Rb29b55f3f2624f49"/>
    <p:sldId xmlns:r="http://schemas.openxmlformats.org/officeDocument/2006/relationships" id="257" r:id="Rad3c88af71524725"/>
    <p:sldId xmlns:r="http://schemas.openxmlformats.org/officeDocument/2006/relationships" id="258" r:id="R32c5024abc7a40f2"/>
    <p:sldId xmlns:r="http://schemas.openxmlformats.org/officeDocument/2006/relationships" id="259" r:id="Rd098502dc02b43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ac7f25dcbc4e3a" /><Relationship Type="http://schemas.openxmlformats.org/officeDocument/2006/relationships/slideMaster" Target="/ppt/slideMasters/slideMaster1.xml" Id="Re0109450f1e1470c" /><Relationship Type="http://schemas.openxmlformats.org/officeDocument/2006/relationships/notesMaster" Target="/ppt/notesMasters/notesMaster1.xml" Id="Rfff3e492de9a4ed1" /><Relationship Type="http://schemas.openxmlformats.org/officeDocument/2006/relationships/presProps" Target="/ppt/presProps.xml" Id="R1d2ba22680994bc9" /><Relationship Type="http://schemas.openxmlformats.org/officeDocument/2006/relationships/tableStyles" Target="/ppt/tableStyles.xml" Id="R6e2f9b283c70451f" /><Relationship Type="http://schemas.openxmlformats.org/officeDocument/2006/relationships/slide" Target="/ppt/slides/slide1.xml" Id="Rb29b55f3f2624f49" /><Relationship Type="http://schemas.openxmlformats.org/officeDocument/2006/relationships/slide" Target="/ppt/slides/slide2.xml" Id="Rad3c88af71524725" /><Relationship Type="http://schemas.openxmlformats.org/officeDocument/2006/relationships/slide" Target="/ppt/slides/slide3.xml" Id="R32c5024abc7a40f2" /><Relationship Type="http://schemas.openxmlformats.org/officeDocument/2006/relationships/slide" Target="/ppt/slides/slide4.xml" Id="Rd098502dc02b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d718402a1a45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f5661e0fb542bf" /><Relationship Type="http://schemas.openxmlformats.org/officeDocument/2006/relationships/notesMaster" Target="/ppt/notesMasters/notesMaster1.xml" Id="R8bf3ccf97fe544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e70634ad6a443c" /><Relationship Type="http://schemas.openxmlformats.org/officeDocument/2006/relationships/notesMaster" Target="/ppt/notesMasters/notesMaster1.xml" Id="Rd1f50c1230b54f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3d6423a6d84c2d" /><Relationship Type="http://schemas.openxmlformats.org/officeDocument/2006/relationships/notesMaster" Target="/ppt/notesMasters/notesMaster1.xml" Id="R85715c6c01ed44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7bee98160c4db0" /><Relationship Type="http://schemas.openxmlformats.org/officeDocument/2006/relationships/notesMaster" Target="/ppt/notesMasters/notesMaster1.xml" Id="Rcf5ff596dccc48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https://www.apa.org/topics/psychology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https://www.apa.org/topics/psychology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https://www.apa.org/topics/psychology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https://www.apa.org/topics/psychology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f7fbe41a24d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092cb2821e4f28" /><Relationship Type="http://schemas.openxmlformats.org/officeDocument/2006/relationships/slideLayout" Target="/ppt/slideLayouts/slideLayout1.xml" Id="Rc3ec90a93d2246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ec90a93d2246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e2e2789e24517" /><Relationship Type="http://schemas.openxmlformats.org/officeDocument/2006/relationships/notesSlide" Target="/ppt/notesSlides/notesSlide1.xml" Id="R5479af9c454b4e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32b85266641c4" /><Relationship Type="http://schemas.openxmlformats.org/officeDocument/2006/relationships/notesSlide" Target="/ppt/notesSlides/notesSlide2.xml" Id="R6b943402505d41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2310059e545db" /><Relationship Type="http://schemas.openxmlformats.org/officeDocument/2006/relationships/notesSlide" Target="/ppt/notesSlides/notesSlide3.xml" Id="Re0f0029f38c047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d98e708b841d0" /><Relationship Type="http://schemas.openxmlformats.org/officeDocument/2006/relationships/notesSlide" Target="/ppt/notesSlides/notesSlide4.xml" Id="R839315a1ec764d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9B453-86E3-492F-AB82-4D53C520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548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489"/>
                </a:solidFill>
                <a:latin typeface="Arial"/>
                <a:ea typeface="Arial"/>
                <a:cs typeface="Arial"/>
              </a:rPr>
              <a:t>Psychologie humaine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B738C-CBAE-43D9-9F32-5C34E0BA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PSH · Support pédagogique de synthèse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Objectif : relier les notions du cours à une situation de santé publique.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041E9-2D3B-4526-9579-978C6D7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3A4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3A41"/>
                </a:solidFill>
                <a:latin typeface="Arial"/>
                <a:ea typeface="Arial"/>
                <a:cs typeface="Arial"/>
              </a:rPr>
              <a:t>ISP · 1</a:t>
            </a:r>
          </a:p>
        </p:txBody>
      </p:sp>
    </p:spTree>
    <p:extLst>
      <p:ext uri="{BB962C8B-B14F-4D97-AF65-F5344CB8AC3E}">
        <p14:creationId xmlns:p14="http://schemas.microsoft.com/office/powerpoint/2010/main" val="1347281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51A4C-2D86-4C9F-90C8-70A3D01F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548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489"/>
                </a:solidFill>
                <a:latin typeface="Arial"/>
                <a:ea typeface="Arial"/>
                <a:cs typeface="Arial"/>
              </a:rPr>
              <a:t>Notions essentielles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AB2E6-347B-45FA-9DB3-65F27E8E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La psychologie étudie les comportements observables et les processus mentaux. L’observation, l’expérimentation et les enquêtes apportent des données complémentaires.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D7E44-F046-4864-BAA9-329C1E2D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3A4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3A41"/>
                </a:solidFill>
                <a:latin typeface="Arial"/>
                <a:ea typeface="Arial"/>
                <a:cs typeface="Arial"/>
              </a:rPr>
              <a:t>ISP · 2</a:t>
            </a:r>
          </a:p>
        </p:txBody>
      </p:sp>
    </p:spTree>
    <p:extLst>
      <p:ext uri="{BB962C8B-B14F-4D97-AF65-F5344CB8AC3E}">
        <p14:creationId xmlns:p14="http://schemas.microsoft.com/office/powerpoint/2010/main" val="1460414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B9D80-9A3C-4E3D-B2BE-D6CA16DE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548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489"/>
                </a:solidFill>
                <a:latin typeface="Arial"/>
                <a:ea typeface="Arial"/>
                <a:cs typeface="Arial"/>
              </a:rPr>
              <a:t>Mettre les notions en pratique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48AC2-D657-4560-AEB2-FE6E5FD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Comparez deux courants de la psychologie : question posée, méthode utilisée et limites. Expliquez ensuite comment une écoute attentive peut améliorer une consultation.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A95D3-10EB-4426-B669-90671B3D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3A4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3A41"/>
                </a:solidFill>
                <a:latin typeface="Arial"/>
                <a:ea typeface="Arial"/>
                <a:cs typeface="Arial"/>
              </a:rPr>
              <a:t>ISP · 3</a:t>
            </a:r>
          </a:p>
        </p:txBody>
      </p:sp>
    </p:spTree>
    <p:extLst>
      <p:ext uri="{BB962C8B-B14F-4D97-AF65-F5344CB8AC3E}">
        <p14:creationId xmlns:p14="http://schemas.microsoft.com/office/powerpoint/2010/main" val="2102257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2F35B-AAA3-4A08-8BFF-9D7CF9FD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548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489"/>
                </a:solidFill>
                <a:latin typeface="Arial"/>
                <a:ea typeface="Arial"/>
                <a:cs typeface="Arial"/>
              </a:rPr>
              <a:t>Pour poursuivre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F7912-27E4-4EC5-BB1C-A335B065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057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Lisez les pages de cours et réalisez les exercices dans Moodle.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Référence principale : https://www.apa.org/topics/psychology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B56B8-1C21-4E73-BB0A-3C01ACC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3A4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3A41"/>
                </a:solidFill>
                <a:latin typeface="Arial"/>
                <a:ea typeface="Arial"/>
                <a:cs typeface="Arial"/>
              </a:rPr>
              <a:t>ISP · NaN</a:t>
            </a:r>
          </a:p>
        </p:txBody>
      </p:sp>
    </p:spTree>
    <p:extLst>
      <p:ext uri="{BB962C8B-B14F-4D97-AF65-F5344CB8AC3E}">
        <p14:creationId xmlns:p14="http://schemas.microsoft.com/office/powerpoint/2010/main" val="2141594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2026-09-29T15:13:23.0060000Z</dcterms:created>
  <dcterms:modified xsi:type="dcterms:W3CDTF">2026-09-29T15:13:23.0060000Z</dcterms:modified>
</coreProperties>
</file>